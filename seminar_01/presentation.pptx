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307" r:id="rId3"/>
    <p:sldId id="315" r:id="rId4"/>
    <p:sldId id="308" r:id="rId5"/>
    <p:sldId id="309" r:id="rId6"/>
    <p:sldId id="310" r:id="rId7"/>
    <p:sldId id="311" r:id="rId8"/>
    <p:sldId id="312" r:id="rId9"/>
    <p:sldId id="293" r:id="rId10"/>
    <p:sldId id="314" r:id="rId11"/>
    <p:sldId id="306" r:id="rId12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79540" autoAdjust="0"/>
  </p:normalViewPr>
  <p:slideViewPr>
    <p:cSldViewPr snapToGrid="0">
      <p:cViewPr varScale="1">
        <p:scale>
          <a:sx n="88" d="100"/>
          <a:sy n="88" d="100"/>
        </p:scale>
        <p:origin x="1698" y="84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1/03/2026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i="1" dirty="0"/>
              <a:t>Adicione aqui seu tema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Adicione aqui seu nome</a:t>
            </a:r>
          </a:p>
          <a:p>
            <a:r>
              <a:rPr lang="pt-BR" dirty="0"/>
              <a:t>Adicione aqui seu </a:t>
            </a:r>
            <a:r>
              <a:rPr lang="pt-BR" dirty="0" err="1"/>
              <a:t>email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Abertura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Contexto do tema</a:t>
            </a:r>
          </a:p>
          <a:p>
            <a:pPr fontAlgn="base"/>
            <a:r>
              <a:rPr lang="pt-BR" dirty="0"/>
              <a:t>Problema geral da área</a:t>
            </a:r>
          </a:p>
          <a:p>
            <a:pPr fontAlgn="base"/>
            <a:r>
              <a:rPr lang="pt-BR" dirty="0"/>
              <a:t>Motivação do artigo</a:t>
            </a:r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Objetivo</a:t>
            </a:r>
            <a:endParaRPr lang="pt-BR" b="1" dirty="0"/>
          </a:p>
          <a:p>
            <a:pPr fontAlgn="base"/>
            <a:r>
              <a:rPr lang="pt-BR" dirty="0"/>
              <a:t>Hipótese</a:t>
            </a:r>
            <a:endParaRPr lang="pt-BR" b="1" dirty="0"/>
          </a:p>
          <a:p>
            <a:pPr fontAlgn="base"/>
            <a:r>
              <a:rPr lang="pt-BR" dirty="0"/>
              <a:t>Contribuições declaradas pelos autores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Fundamentação teórica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Conceitos necessários para entender o trabalho</a:t>
            </a:r>
            <a:endParaRPr lang="pt-BR" b="1" dirty="0"/>
          </a:p>
          <a:p>
            <a:pPr fontAlgn="base"/>
            <a:r>
              <a:rPr lang="pt-BR" dirty="0"/>
              <a:t>Trabalhos relacionados mais importantes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Base de dados / cenário experimental</a:t>
            </a:r>
          </a:p>
          <a:p>
            <a:pPr fontAlgn="base"/>
            <a:r>
              <a:rPr lang="pt-BR" dirty="0"/>
              <a:t>Modelos, algoritmos ou abordagem</a:t>
            </a:r>
          </a:p>
          <a:p>
            <a:pPr fontAlgn="base"/>
            <a:r>
              <a:rPr lang="pt-BR" dirty="0"/>
              <a:t>Fluxo do método</a:t>
            </a: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9F56A-97FC-7CCD-E5BA-3B5E230A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9DAB9-0612-F0CD-7BB1-AF52B98B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F88A5-87D1-340F-853F-8C2ED8F8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Principais gráficos/tabelas</a:t>
            </a:r>
          </a:p>
          <a:p>
            <a:pPr fontAlgn="base"/>
            <a:r>
              <a:rPr lang="pt-BR" dirty="0"/>
              <a:t>Comparação com estado da arte</a:t>
            </a:r>
          </a:p>
          <a:p>
            <a:pPr fontAlgn="base"/>
            <a:r>
              <a:rPr lang="pt-BR" dirty="0"/>
              <a:t>O que funcionou e o que não funcionou</a:t>
            </a:r>
          </a:p>
          <a:p>
            <a:pPr fontAlgn="base"/>
            <a:r>
              <a:rPr lang="pt-BR" dirty="0"/>
              <a:t>Reproduzir os resultados ou parte deles é importante.</a:t>
            </a:r>
          </a:p>
        </p:txBody>
      </p:sp>
    </p:spTree>
    <p:extLst>
      <p:ext uri="{BB962C8B-B14F-4D97-AF65-F5344CB8AC3E}">
        <p14:creationId xmlns:p14="http://schemas.microsoft.com/office/powerpoint/2010/main" val="3906980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A9759-CA4F-DA4F-85C2-F6E51DCE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F732D-34CE-6153-324F-D7F68215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crítica do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A55622-8E11-E5D7-8EAF-7AE2CCAA3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Pontos fortes</a:t>
            </a:r>
          </a:p>
          <a:p>
            <a:pPr fontAlgn="base"/>
            <a:r>
              <a:rPr lang="pt-BR" dirty="0"/>
              <a:t>Limitações</a:t>
            </a:r>
          </a:p>
          <a:p>
            <a:pPr fontAlgn="base"/>
            <a:r>
              <a:rPr lang="pt-BR" dirty="0"/>
              <a:t>Possíveis melhorias</a:t>
            </a:r>
          </a:p>
          <a:p>
            <a:pPr fontAlgn="base"/>
            <a:r>
              <a:rPr lang="pt-BR" dirty="0"/>
              <a:t>Aplicações práticas</a:t>
            </a:r>
          </a:p>
        </p:txBody>
      </p:sp>
    </p:spTree>
    <p:extLst>
      <p:ext uri="{BB962C8B-B14F-4D97-AF65-F5344CB8AC3E}">
        <p14:creationId xmlns:p14="http://schemas.microsoft.com/office/powerpoint/2010/main" val="152181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dirty="0"/>
              <a:t>Síntese do que foi aprendido</a:t>
            </a:r>
          </a:p>
          <a:p>
            <a:pPr fontAlgn="base"/>
            <a:r>
              <a:rPr lang="pt-BR" dirty="0"/>
              <a:t>Impacto do trabalho</a:t>
            </a:r>
          </a:p>
          <a:p>
            <a:pPr fontAlgn="base"/>
            <a:r>
              <a:rPr lang="pt-BR" dirty="0"/>
              <a:t>Direções futuras propostas pelos autores ou encontradas por você</a:t>
            </a:r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Artigos, livros, blogs, etc. usados como referência para o desenvolvimento do seminário.</a:t>
            </a:r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7895</TotalTime>
  <Words>147</Words>
  <Application>Microsoft Office PowerPoint</Application>
  <PresentationFormat>Widescreen</PresentationFormat>
  <Paragraphs>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TP558 - Tópicos avançados em Machine Learning: Adicione aqui seu tema</vt:lpstr>
      <vt:lpstr>Abertura</vt:lpstr>
      <vt:lpstr>Introdução do artigo</vt:lpstr>
      <vt:lpstr>Fundamentação teórica</vt:lpstr>
      <vt:lpstr>Metodologia</vt:lpstr>
      <vt:lpstr>Resultados</vt:lpstr>
      <vt:lpstr>Análise crítica do trabalho</vt:lpstr>
      <vt:lpstr>Conclusão</vt:lpstr>
      <vt:lpstr>PowerPoint Presentation</vt:lpstr>
      <vt:lpstr>Referências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1727</cp:revision>
  <dcterms:created xsi:type="dcterms:W3CDTF">2020-01-20T13:50:05Z</dcterms:created>
  <dcterms:modified xsi:type="dcterms:W3CDTF">2026-03-01T12:58:45Z</dcterms:modified>
</cp:coreProperties>
</file>