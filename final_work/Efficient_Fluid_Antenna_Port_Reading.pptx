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35956" autoAdjust="0"/>
  </p:normalViewPr>
  <p:slideViewPr>
    <p:cSldViewPr>
      <p:cViewPr varScale="1">
        <p:scale>
          <a:sx n="27" d="100"/>
          <a:sy n="27" d="100"/>
        </p:scale>
        <p:origin x="338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FBDA3F-6D48-7754-2582-95E8AC4A7A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1A827-45F0-AAA2-07D9-63C4CAE436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8CDBF-BF71-4121-836F-C41D112E0179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20EC9-5031-B0DD-6CB0-E271B2E9D8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CC387-5D32-6272-9289-E35AFF628A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9E25C-0D81-42EC-930F-28B1F440A3A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5131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2BC99-7D6E-4386-B507-8DC397701486}" type="datetimeFigureOut">
              <a:rPr lang="pt-BR" smtClean="0"/>
              <a:t>05/06/2026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0AA39-E96E-4136-8505-4180F6590E1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6619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apresentação eu vou discutir o trabalho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Measurement-Efficient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-Reading Policies for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Fluid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Antenna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Spatially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Correlated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-µ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Shadowed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Fading.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pergunta central é simples: em um sistema de antena fluida com muitas portas candidatas, se o receptor não consegue medir todas antes da decisão, quais portas devem ser lidas?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foco aqui não é reconstruir todo o canal com inteligência artificial.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foco é uma etapa anterior, que normalmente fica escondida: o padrão de sensoriamento.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Vou contextualizar FAS, apresentar o modelo de canal e a observação parcial, comparar três políticas de leitura e fechar com os resultados e conclusões.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798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Fluid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Antenna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System, ou FAS, surgiu como uma alternativa para melhorar desempenho em terminais compactos.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ideia é mudar a posição efetiva da antena dentro de uma pequena abertura, criando várias portas candidatas que observam amostras espaciais diferentes do canal.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Essa mudança de posição pode ser mecânica, com condutores líquidos em uma estrutura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microfluídica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ou eletrônica, ligando e desligando pixels radiantes.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ambos os casos, o objetivo é explorar diversidade espacial sem exigir um arranjo convencional com várias cadeias de RF.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é relevante para 6G, IoT e dispositivos com restrições de espaço, energia e custo.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9188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promessa do FAS é que um único circuito de RF consiga acessar M posições candidatas dentro de uma pequena abertura.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cada porta observa uma realização de canal ligeiramente diferente, escolher a melhor porta reduz a probabilidade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problema é que esse ganho depende de informação sobre as portas.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existem 100 portas, ler todas antes da seleção implica overhead de medição, chaveamento, atraso e processamento.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sistemas de baixa potência ou baixa latência, esse custo pode ser inviável.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lacuna do trabalho está exatamente aqui.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Muitos estudos tratam seleção ou predição depois que as medições já foram feitas. Aqui a pergunta é anterior: se só posso medir uma pequena fração das portas, como escolho essa fração?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4256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 aparece a formulação conceitual do problema.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Temos um universo de portas, neste estudo M igual a 100. Uma política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port-reading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escolhe um subconjunto observado, com N muito menor que M.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disso, a seleção final só pode usar as portas medidas.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ponto metodológico importante é isolar a leitura de portas da reconstrução posterior.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vez de estimar as portas não observadas com um modelo de aprendizado, o estudo usa uma métrica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observed-only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 receptor escolhe a melhor porta apenas dentro do conjunto observado.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Assim, o resultado mede diretamente a qualidade do conjunto lido.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pergunta de projeto é: devemos espalhar as portas pela geometria, escolher portas individualmente promissoras, ou buscar complementaridade entre portas?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3924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modelo considera uma estação base de antena única atendendo um terminal com FAS multiporta.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portas ficam distribuídas em uma abertura elétrica normalizada D igual a L sobre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λ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ou seja, o tamanho físico medido em comprimentos de onda.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porta m possui um coeficiente de canal complexo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g_m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SNR instantânea da porta é proporcional a módulo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g_m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ao quadrado. Com observação completa, o receptor escolheria a porta de maior SNR entre todas as M portas.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 o caso de interesse é observação parcial. O receptor mede apenas N portas e trabalha com um vetor observado.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Portanto, qualquer decisão precisa ser tomada com informação incompleta. Essa restrição é o que torna o problema de leitura de portas relevante.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4948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canal é gerado com fading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-µ sombreado e correlação espacial entre portas.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correlação vem do fato de que as portas podem estar muito próximas dentro da abertura, inclusive em espaçamentos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subcomprimento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onda.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isso, medir portas próximas pode trazer informação redundante.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matriz de correlação usa um modelo do tipo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Jakes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baseado na função de Bessel J0.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papel dela é impor que a similaridade estatística entre duas portas dependa da distância entre elas na abertura.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modelo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-µ sombreado permite representar vários regimes.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controla a razão entre componente dominante e componentes espalhadas, µ representa o número de clusters, e m controla a severidade do sombreamento.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São gerados 14 regimes, indo de Rayleigh severamente sombreado até casos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Rician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κ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-µ com diferentes níveis de sombreamento.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 desenho evita uma conclusão válida apenas para um canal específico. O objetivo é testar se a política de leitura é robusta em condições heterogêneas.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0174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trabalho compara três políticas simples e interpretáveis.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A é a leitura uniforme.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 escolhe N índices igualmente espaçados entre a primeira e a última porta. É uma política puramente geométrica, sem treinamento e sem ajuste por dados.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B é o ranking marginal.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um conjunto de projeto, cada porta recebe uma pontuação baseada na frequência com que sua SNR supera o limiar. Depois, as portas são ordenadas por essa qualidade individual. A intuição parece razoável, mas ela ignora redundância entre portas.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C é a cobertura gulosa. Ela adiciona uma porta por vez, escolhendo aquela que cobre o maior número de amostras ainda não cobertas, isto é, amostras nas quais nenhuma porta já escolhida superou o limiar. Diferente da Política B, ela tenta otimizar o conjunto, não uma porta isolada.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Assim, as três estratégias testam três hipóteses: cobertura geométrica, qualidade marginal e complementaridade. O resultado vai mostrar que essas hipóteses não são equivalentes em uma abertura correlacionada.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89602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avaliação usa simulação Monte Carlo com um milhão de amostras por regime, 100 portas, abertura D igual a 1 e orçamentos N de 3 a 7 portas observadas.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limiar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igual a 0,8, escolhido para evitar casos degenerados em que quase tudo passa ou quase tudo falha.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cada repetição, os dados são divididos em conjunto de projeto e conjunto de avaliação.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Políticas B e C são aprendidas no conjunto de projeto e testadas em dados separados.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A não aprende nada, mas é avaliada nos mesmos splits, permitindo comparação pareada.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métrica principal é a probabilidade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observada: a fração de amostras em que nenhuma porta medida supera o limiar.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baseline ideal usa todas as 100 portas.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Assim, podemos ver quanto desempenho é perdido ao observar apenas poucas portas.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4703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é o resultado principal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mapa mostra qual política venceu em cada regime de fading e para cada orçamento de observação.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N igual a 3, a Política C, de cobertura gulosa, vence em 12 dos 14 regimes, ou 85,7 por cento dos casos.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o orçamento sobe para 4 ou mais portas, ocorre o crossover.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A, uniforme, passa a ser dominante. Ela vence 85,7 por cento dos regimes com N igual a 4, 92,9 por cento com N igual a 5, 100 por cento com N igual a 6 e 92,9 por cento com N igual a 7.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B não vence em nenhum orçamento. Essa é uma mensagem forte: escolher portas pela frequência individual de sucesso não é uma boa aproximação para diversidade de conjunto em uma abertura espacialmente correlacionada.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5436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Nesta figura, a métrica é a taxa de amostras em que pelo menos uma porta observada fica acima do limiar. Quanto maior essa taxa, menor a probabilidade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observada.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Políticas A e C ficam próximas e bem acima da Política B. Com N igual a 3, a cobertura gulosa é ligeiramente melhor.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partir de N igual a 4, a leitura uniforme passa a liderar ou empatar na média.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comportamento da Política B é o ponto crítico.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Mesmo aumentando o número de portas observadas, ela cresce lentamente, porque selecionar portas individualmente fortes não garante que elas cubram eventos diferentes.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canal correlacionado, diversidade é propriedade do conjunto.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3050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a diferença pareada entre a Política C e a Política A. A diferença é definida como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 menos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A. Valores negativos favorecem C, e valores positivos favorecem 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N igual a 3, os pontos azuis ficam majoritariamente abaixo de zero.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confirma que a cobertura gulosa reduz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o sistema está em regime de escassez extrema de medições.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N igual a 4, os pontos laranja ficam majoritariamente acima de zero.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seja, a adição de uma única porta muda a melhor estratégia para leitura uniforme.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 comparação é pareada nos mesmos splits, o efeito é atribuído à política de leitura, não à variação aleatória dos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6619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 temos uma curva representativa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observado contra número de portas medidas.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linha tracejada é o baseline ideal, que mede todas as 100 portas.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Naturalmente, esse é o menor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possível neste experimento.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Políticas A e C se aproximam rapidamente desse limite.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regime mostrado, C é melhor com N igual a 3, mas A passa a ser melhor em N igual a 4.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Depois disso, ambas ficam muito próximas do piso teórico definido pela observação completa.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B permanece muito acima. Isso reforça que ranking marginal não captura a estrutura espacial do problema.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pode selecionar portas que parecem boas separadamente, mas que juntas oferecem pouca diversidade adicional.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2501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Até aqui falamos de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acrescenta o custo de construção da política.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A é praticamente instantânea: 0,0638 milissegundos em média, sem treinamento e sem dados de projeto.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C levou 1595,63 milissegundos em média, porque precisa iterar sobre um grande conjunto de amostras para construir a ordem gulosa de portas.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a torna aproximadamente 25 mil vezes mais lenta que a leitura uniforme nesse benchmark.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Esse custo pode ser offline, mas ainda pesa se a política precisar ser recalculada para outros limiares, aberturas ou condições.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Portanto, para N maior ou igual a 4, a Política A é preferível: desempenho robusto e custo praticamente nulo.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8811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explicação física é que as portas compartilham estatísticas marginais muito parecidas.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modelo, a componente dominante é comum a toda a abertura.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 desloca o nível do canal de forma coerente, mas não cria diversidade espacial relativa entre portas.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diversidade útil vem principalmente das componentes espalhadas, que variam no espaço, mas com correlação.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significa que portas próximas tendem a carregar informação parecida.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Portanto, uma porta não deve ser avaliada apenas pela sua taxa individual de sucesso.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B falha porque trata qualidade como propriedade isolada da porta.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A funciona porque espalha as medições e reduz redundância geométrica.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Política C funciona com N muito pequeno porque procura complementaridade diretamente.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síntese é esta: em abertura correlacionada, diversidade é propriedade do conjunto medido.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996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recomendações de projeto são três.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Primeiro, em restrição extrema, especialmente N igual a 3, use cobertura gulosa.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 explora complementaridade e minimiza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outage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cada medição é muito valiosa.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Segundo, para operação prática com N maior ou igual a 4, use leitura uniforme como default.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Ela é simples, robusta entre regimes, não precisa de treinamento e se aproxima rapidamente do limite ideal.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Terceiro, evite seleção marginal.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frequência individual de excedência não é um bom proxy para diversidade de conjunto, principalmente com correlação espacial e portas estatisticamente homogêneas.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mensagem mais ampla é que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port-reading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não deve ser tratado como detalhe de implementação.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é uma camada de projeto que limita tudo que vem depois, inclusive reconstrução e seletores baseados em aprendizado.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7903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concluir, o trabalho mostra que a escolha das portas medidas é crítica em FAS com observação limitada. 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melhor padrão depende do orçamento: cobertura gulosa quando apenas três portas podem ser lidas, e leitura uniforme como opção mais robusta quando quatro ou mais portas estão disponíveis.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extensões naturais são variar a abertura elétrica, estudar critérios baseados diretamente na matriz de correlação, incluir componentes dominantes dependentes da porta, avaliar reconstrução auxiliada e incorporar restrições reais de chaveamento, latência e hardware.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isso, a contribuição principal é estabelecer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port-reading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como camada própria de projeto para FAS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measurement-efficient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Obrigado.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299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5A76-5393-46E8-B7DA-F673DD226C8C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23BF9-6152-433E-8BBE-B57A79CBA5C0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259F8-63F3-4D32-8F14-F6436615AC31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E08B0-4EC9-4281-B4F9-46B4BD7D4E5B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4AB6-78BC-4BEC-B8CD-08C656469AAA}" type="datetime1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E41A8-6A06-4737-BC88-156312FA8AF7}" type="datetime1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F304-062B-4B5D-A879-3BDB46DC288B}" type="datetime1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5400" y="86868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EB3A-2D37-4050-9C70-962E340FFA7D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30E2-BFA7-4AC4-8D20-F69AB8456A63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80589-3B8C-4596-8763-A28C95D64FF4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D7010-95E0-4A06-893B-693B467CFF40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8E238F-2688-43E4-9A90-DB8A0E053C0C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95400" y="86106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matheus.f@inatel.br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matheus.f@inatel.br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7143"/>
          <a:stretch>
            <a:fillRect/>
          </a:stretch>
        </p:blipFill>
        <p:spPr>
          <a:xfrm>
            <a:off x="0" y="38100"/>
            <a:ext cx="16256000" cy="8420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B64920-454A-474B-0231-9F35CDC8A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0313" y="8782005"/>
            <a:ext cx="1695687" cy="32389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F390406-9122-5BD3-45DD-58980CCD2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98340-5B87-A9BE-918B-C09433FF2277}"/>
              </a:ext>
            </a:extLst>
          </p:cNvPr>
          <p:cNvSpPr txBox="1"/>
          <p:nvPr/>
        </p:nvSpPr>
        <p:spPr>
          <a:xfrm>
            <a:off x="10966212" y="8541670"/>
            <a:ext cx="4705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matheus.f@inatel.br</a:t>
            </a: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31" y="1689608"/>
            <a:ext cx="8483600" cy="1159933"/>
          </a:xfrm>
        </p:spPr>
        <p:txBody>
          <a:bodyPr>
            <a:noAutofit/>
          </a:bodyPr>
          <a:lstStyle/>
          <a:p>
            <a:pPr fontAlgn="base"/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the </a:t>
            </a:r>
            <a:r>
              <a:rPr lang="en-US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Fluid Antenna System (FAS) 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emerged to improve performance.</a:t>
            </a:r>
          </a:p>
          <a:p>
            <a:pPr fontAlgn="base"/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(2020) Kai Kit Wong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5834F-FBED-B1F4-0AED-DD8CF5C7CE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891"/>
          <a:stretch>
            <a:fillRect/>
          </a:stretch>
        </p:blipFill>
        <p:spPr>
          <a:xfrm>
            <a:off x="533400" y="3574210"/>
            <a:ext cx="7721600" cy="4406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E5A514-A712-319D-BFC2-51ACFF3354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306"/>
          <a:stretch>
            <a:fillRect/>
          </a:stretch>
        </p:blipFill>
        <p:spPr>
          <a:xfrm>
            <a:off x="9135791" y="5238262"/>
            <a:ext cx="5952655" cy="3901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8EF79F-0541-5E55-7992-063B4AB84F5D}"/>
              </a:ext>
            </a:extLst>
          </p:cNvPr>
          <p:cNvSpPr txBox="1"/>
          <p:nvPr/>
        </p:nvSpPr>
        <p:spPr>
          <a:xfrm>
            <a:off x="8905831" y="3771780"/>
            <a:ext cx="6547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Antenna relocation can be achieved by mechanically moving liquid conductors through a microfluidic system, or by electronically switching radiating pixels on and off.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DEAE9-D979-24A9-C027-9F067FAFD8E0}"/>
              </a:ext>
            </a:extLst>
          </p:cNvPr>
          <p:cNvSpPr txBox="1"/>
          <p:nvPr/>
        </p:nvSpPr>
        <p:spPr>
          <a:xfrm>
            <a:off x="0" y="8269452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Low-Power AI-Based Port Selection for Fluid Antennas in Spatially Correlated Channels, WCNPS 2025.</a:t>
            </a:r>
          </a:p>
          <a:p>
            <a:r>
              <a:rPr lang="en-US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limits of fluid antenna systems, </a:t>
            </a:r>
            <a:r>
              <a:rPr lang="en-US" sz="16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IEEE Communications Letters</a:t>
            </a:r>
            <a:r>
              <a:rPr lang="en-US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, Nov. 2020.</a:t>
            </a:r>
          </a:p>
          <a:p>
            <a:r>
              <a:rPr lang="en-US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Fluid antenna system for 6G: When Bruce Lee inspires wireless communications, </a:t>
            </a:r>
            <a:r>
              <a:rPr lang="en-US" sz="1600" i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Letters</a:t>
            </a:r>
            <a:r>
              <a:rPr lang="en-US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, Nov. 2020.</a:t>
            </a:r>
          </a:p>
          <a:p>
            <a:endParaRPr lang="en-US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22BD8F-EB32-F344-49E8-19D3F39E6C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228"/>
          <a:stretch>
            <a:fillRect/>
          </a:stretch>
        </p:blipFill>
        <p:spPr>
          <a:xfrm>
            <a:off x="10099997" y="234017"/>
            <a:ext cx="4159527" cy="34664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EA3CC-8562-5A07-39F9-4CEF564A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419F073-F509-EEFF-938E-98282557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95869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Fluid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Antenna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DC91A9-CD1D-79E8-5632-FA4CF810D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367" y="8864586"/>
            <a:ext cx="1905266" cy="19052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D1277-4C40-B7D6-4268-44A6103CB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A9667EA-5EEC-EA7D-441B-B1DB4315D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077397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A92FC4-9AB2-3DA1-75FD-8A08075D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EFBA5E-3C9B-E10E-9353-70700BD30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7800" y="8763000"/>
            <a:ext cx="2053771" cy="38098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F2F50-0177-FCD5-0606-CB777EA9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00D562-3697-3162-A96C-632C25025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050" y="868864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19BE56-EA04-7461-9EA7-CB966556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F80009-97CF-5C08-6290-F2237312D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050" y="865054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E8481-7068-6443-2802-065EBD90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5B1D2E-0338-7AEA-9815-9A2D6B223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5890" y="873436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75C24-3D85-B5E6-5B6B-353CD72F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071FB4-D649-BB51-D07F-912EEC859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050" y="874198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7AABD-FC3E-2289-CCBA-D9670BDC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8827B6-B72D-AFE9-6E42-DA487D084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050" y="868356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70E9D-0931-E9DB-D3E4-4012619C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C94331-AFEF-2EAF-1AB0-B288927E1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050" y="869626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6469E5-DB16-559F-3F8C-04BA6594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CFE238-455E-14BA-7DE6-AD7785511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8800" y="873436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F2F139-A49D-CE91-CA70-08571F0C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20B6E-3883-EC6B-291C-8A3E50EB6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1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C0C46A-F77C-E320-8263-BEDBE887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044CBA-FE6B-F801-398A-D73E318C50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050" y="8534400"/>
            <a:ext cx="1609950" cy="6096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F7FD2-7ADF-FB2F-E3DF-D985B950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78F2B9-C51B-2C03-829D-F4DFE0A1F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050" y="867086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8F74F-8E6D-372F-F769-78BEFB11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7983"/>
          <a:stretch>
            <a:fillRect/>
          </a:stretch>
        </p:blipFill>
        <p:spPr>
          <a:xfrm>
            <a:off x="0" y="190500"/>
            <a:ext cx="16256000" cy="8343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FCD944-0554-B64D-2282-B82650A47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9050" y="8124768"/>
            <a:ext cx="1609950" cy="4096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C337A-6E80-21DE-4B77-7ED9DDDB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D2492-E5F6-0C46-168A-D73D71F0DA63}"/>
              </a:ext>
            </a:extLst>
          </p:cNvPr>
          <p:cNvSpPr txBox="1"/>
          <p:nvPr/>
        </p:nvSpPr>
        <p:spPr>
          <a:xfrm>
            <a:off x="0" y="8503535"/>
            <a:ext cx="4705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matheus.f@inatel.br</a:t>
            </a: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2339</Words>
  <Application>Microsoft Office PowerPoint</Application>
  <PresentationFormat>Custom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Fluid Antenna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Matheus Ferreira Silva</cp:lastModifiedBy>
  <cp:revision>3</cp:revision>
  <dcterms:created xsi:type="dcterms:W3CDTF">2006-08-16T00:00:00Z</dcterms:created>
  <dcterms:modified xsi:type="dcterms:W3CDTF">2026-06-05T12:57:30Z</dcterms:modified>
</cp:coreProperties>
</file>